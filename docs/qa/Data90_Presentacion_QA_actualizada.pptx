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8e1101880ec409b" Type="http://schemas.openxmlformats.org/officeDocument/2006/relationships/officeDocument" Target="ppt/presentation.xml"/><Relationship Id="Rdfb07bbd53e545b3" Type="http://schemas.openxmlformats.org/officeDocument/2006/relationships/extended-properties" Target="docProps/app.xml"/><Relationship Id="Re12e0393ed6449b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381bf817f4fd7"/>
  </p:sldMasterIdLst>
  <p:notesMasterIdLst>
    <p:notesMasterId xmlns:r="http://schemas.openxmlformats.org/officeDocument/2006/relationships" r:id="Rb1d5ac1b37fe4dd3"/>
  </p:notesMasterIdLst>
  <p:sldIdLst>
    <p:sldId xmlns:r="http://schemas.openxmlformats.org/officeDocument/2006/relationships" id="256" r:id="R6cfe9e04505241d5"/>
    <p:sldId xmlns:r="http://schemas.openxmlformats.org/officeDocument/2006/relationships" id="257" r:id="R332b4e4ef8d44a4e"/>
    <p:sldId xmlns:r="http://schemas.openxmlformats.org/officeDocument/2006/relationships" id="258" r:id="R7c0bf70ea9764c95"/>
    <p:sldId xmlns:r="http://schemas.openxmlformats.org/officeDocument/2006/relationships" id="260" r:id="R6428982763dd45fa"/>
    <p:sldId xmlns:r="http://schemas.openxmlformats.org/officeDocument/2006/relationships" id="261" r:id="R8b5ccf616293405b"/>
    <p:sldId xmlns:r="http://schemas.openxmlformats.org/officeDocument/2006/relationships" id="262" r:id="R15cf06e368804b7b"/>
    <p:sldId xmlns:r="http://schemas.openxmlformats.org/officeDocument/2006/relationships" id="263" r:id="Rdb3cbd03d92a417d"/>
    <p:sldId xmlns:r="http://schemas.openxmlformats.org/officeDocument/2006/relationships" id="264" r:id="Rcbbc44a36c2d4682"/>
    <p:sldId xmlns:r="http://schemas.openxmlformats.org/officeDocument/2006/relationships" id="265" r:id="Reaf0051fcd0a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cf06e368804b7b" Type="http://schemas.openxmlformats.org/officeDocument/2006/relationships/slide" Target="slides/slide6.xml"/><Relationship Id="R322381bf817f4fd7" Type="http://schemas.openxmlformats.org/officeDocument/2006/relationships/slideMaster" Target="slideMasters/slideMaster1.xml"/><Relationship Id="R332b4e4ef8d44a4e" Type="http://schemas.openxmlformats.org/officeDocument/2006/relationships/slide" Target="slides/slide2.xml"/><Relationship Id="R6428982763dd45fa" Type="http://schemas.openxmlformats.org/officeDocument/2006/relationships/slide" Target="slides/slide4.xml"/><Relationship Id="R6cfe9e04505241d5" Type="http://schemas.openxmlformats.org/officeDocument/2006/relationships/slide" Target="slides/slide1.xml"/><Relationship Id="R79db71beba9643a8" Type="http://schemas.openxmlformats.org/officeDocument/2006/relationships/tableStyles" Target="tableStyles.xml"/><Relationship Id="R7c0bf70ea9764c95" Type="http://schemas.openxmlformats.org/officeDocument/2006/relationships/slide" Target="slides/slide3.xml"/><Relationship Id="R8b5ccf616293405b" Type="http://schemas.openxmlformats.org/officeDocument/2006/relationships/slide" Target="slides/slide5.xml"/><Relationship Id="R9c8cacf0ee634d64" Type="http://schemas.openxmlformats.org/officeDocument/2006/relationships/presProps" Target="presProps.xml"/><Relationship Id="Rb1d5ac1b37fe4dd3" Type="http://schemas.openxmlformats.org/officeDocument/2006/relationships/notesMaster" Target="notesMasters/notesMaster1.xml"/><Relationship Id="Rcbbc44a36c2d4682" Type="http://schemas.openxmlformats.org/officeDocument/2006/relationships/slide" Target="slides/slide8.xml"/><Relationship Id="Rdb3cbd03d92a417d" Type="http://schemas.openxmlformats.org/officeDocument/2006/relationships/slide" Target="slides/slide7.xml"/><Relationship Id="Reaf0051fcd0a4a40" Type="http://schemas.openxmlformats.org/officeDocument/2006/relationships/slide" Target="slides/slide9.xml"/><Relationship Id="Refe92c07046d48a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ca0b8e41a50543f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0259cfbb24e4af9" Type="http://schemas.openxmlformats.org/officeDocument/2006/relationships/notesMaster" Target="../notesMasters/notesMaster1.xml"/><Relationship Id="Rf9cfd98d1bd641d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191a76f212b4a25" Type="http://schemas.openxmlformats.org/officeDocument/2006/relationships/notesMaster" Target="../notesMasters/notesMaster1.xml"/><Relationship Id="Re9b8120226de4ce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ce8077b93b04994" Type="http://schemas.openxmlformats.org/officeDocument/2006/relationships/slide" Target="../slides/slide3.xml"/><Relationship Id="R99d6bdfc181442e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490bfd2ffad456c" Type="http://schemas.openxmlformats.org/officeDocument/2006/relationships/notesMaster" Target="../notesMasters/notesMaster1.xml"/><Relationship Id="Re94207ca7b7e4728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12b6448f9d1a49e9" Type="http://schemas.openxmlformats.org/officeDocument/2006/relationships/slide" Target="../slides/slide5.xml"/><Relationship Id="R77f64b9e9322427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0687b4400984eda" Type="http://schemas.openxmlformats.org/officeDocument/2006/relationships/slide" Target="../slides/slide6.xml"/><Relationship Id="R72a4e11fa4d14f3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1d789e8d9145cb" Type="http://schemas.openxmlformats.org/officeDocument/2006/relationships/slide" Target="../slides/slide7.xml"/><Relationship Id="Ra096921314e847b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37b524806ed411c" Type="http://schemas.openxmlformats.org/officeDocument/2006/relationships/slide" Target="../slides/slide8.xml"/><Relationship Id="R98a24f03d3cc436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792009e110245bc" Type="http://schemas.openxmlformats.org/officeDocument/2006/relationships/slide" Target="../slides/slide9.xml"/><Relationship Id="Rdda7c178fcf142c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f576911af2c440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777633db8e8459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acf489ea7f37462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b83812786e643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297a89fb25a4f7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9f88c6411f14e2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DE32C4-7C12-45BB-87F7-D04BAAA6F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9B3953-4AF1-4149-9054-BC2AFB524E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B5B29C-C4BA-42D9-936E-FAAB43826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968EE-E585-4362-883B-3AC2F3EA7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DADAEC-17E6-4743-B0E9-B00999E09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4929E-9C64-4A79-865B-C9840B81E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DAADC-4891-4D43-ACE9-0DA395E3E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4433E6-67D8-4638-8CEE-12D61A70F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2B5EB-46B0-4B09-91B2-28F191500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78A6-F1C8-4035-9BCC-28E16635F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949954e4bcd496a" Type="http://schemas.openxmlformats.org/officeDocument/2006/relationships/theme" Target="theme/theme2.xml"/><Relationship Id="R2ffe6ab9b3df474a" Type="http://schemas.openxmlformats.org/officeDocument/2006/relationships/slideLayout" Target="../slideLayouts/slideLayout1.xml"/><Relationship Id="R9d0a9157b5674f88" Type="http://schemas.openxmlformats.org/officeDocument/2006/relationships/slideLayout" Target="../slideLayouts/slideLayout2.xml"/><Relationship Id="Ra00e5d12462641b1" Type="http://schemas.openxmlformats.org/officeDocument/2006/relationships/slideLayout" Target="../slideLayouts/slideLayout5.xml"/><Relationship Id="Ra2be9bb9bb624c5f" Type="http://schemas.openxmlformats.org/officeDocument/2006/relationships/slideLayout" Target="../slideLayouts/slideLayout6.xml"/><Relationship Id="Rc0f9ae63e009495e" Type="http://schemas.openxmlformats.org/officeDocument/2006/relationships/slideLayout" Target="../slideLayouts/slideLayout4.xml"/><Relationship Id="Redb19e4a04ae4ac5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e6ab9b3df474a"/>
    <p:sldLayoutId xmlns:r="http://schemas.openxmlformats.org/officeDocument/2006/relationships" id="2147483650" r:id="R9d0a9157b5674f88"/>
    <p:sldLayoutId xmlns:r="http://schemas.openxmlformats.org/officeDocument/2006/relationships" id="2147483651" r:id="Redb19e4a04ae4ac5"/>
    <p:sldLayoutId xmlns:r="http://schemas.openxmlformats.org/officeDocument/2006/relationships" id="2147483652" r:id="Rc0f9ae63e009495e"/>
    <p:sldLayoutId xmlns:r="http://schemas.openxmlformats.org/officeDocument/2006/relationships" id="2147483653" r:id="Ra00e5d12462641b1"/>
    <p:sldLayoutId xmlns:r="http://schemas.openxmlformats.org/officeDocument/2006/relationships" id="2147483654" r:id="Ra2be9bb9bb62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8bc949318314021" Type="http://schemas.openxmlformats.org/officeDocument/2006/relationships/notesSlide" Target="../notesSlides/notesSlide1.xml"/><Relationship Id="R9e4dab0263114326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31b00c4075af4cd1" Type="http://schemas.openxmlformats.org/officeDocument/2006/relationships/notesSlide" Target="../notesSlides/notesSlide2.xml"/><Relationship Id="R956c74aaa371431a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2a1d20a149454b4a" Type="http://schemas.openxmlformats.org/officeDocument/2006/relationships/notesSlide" Target="../notesSlides/notesSlide3.xml"/><Relationship Id="R7c7795eb27de4e3f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0ed8088459f84d11" Type="http://schemas.openxmlformats.org/officeDocument/2006/relationships/slideLayout" Target="../slideLayouts/slideLayout6.xml"/><Relationship Id="R4053dec509634026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8f235f244b804b07" Type="http://schemas.openxmlformats.org/officeDocument/2006/relationships/slideLayout" Target="../slideLayouts/slideLayout6.xml"/><Relationship Id="Re4186d36e68948ed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88baebbc8ec14fc3" Type="http://schemas.openxmlformats.org/officeDocument/2006/relationships/slideLayout" Target="../slideLayouts/slideLayout6.xml"/><Relationship Id="Re48716d322a0437f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9ecf3d3007224fd1" Type="http://schemas.openxmlformats.org/officeDocument/2006/relationships/notesSlide" Target="../notesSlides/notesSlide8.xml"/><Relationship Id="Ra69eb994d93742ef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52a0a6a4c03d4b3b" Type="http://schemas.openxmlformats.org/officeDocument/2006/relationships/notesSlide" Target="../notesSlides/notesSlide9.xml"/><Relationship Id="R8e88212180bc467b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22d7f0d0be5a444e" Type="http://schemas.openxmlformats.org/officeDocument/2006/relationships/notesSlide" Target="../notesSlides/notesSlide10.xml"/><Relationship Id="R750f62d039314d83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D8F5-FEC1-4A27-9C15-FD2029DD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5825"/>
            <a:ext cx="666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40C2-3E63-4132-A463-B882397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2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Data 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BE0F-9B94-4B02-AF15-82C36D2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4F8FA"/>
                </a:solidFill>
              </a:defRPr>
            </a:pPr>
            <a:r>
              <a:rPr sz="3450" b="1">
                <a:solidFill>
                  <a:srgbClr val="F4F8FA"/>
                </a:solidFill>
              </a:rPr>
              <a:t>Reporte de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48D6-418D-44BC-BBA8-420239A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A9BFCC"/>
                </a:solidFill>
              </a:defRPr>
            </a:pPr>
            <a:r>
              <a:rPr sz="1425" b="0">
                <a:solidFill>
                  <a:srgbClr val="A9BFCC"/>
                </a:solidFill>
              </a:rPr>
              <a:t>Incidencias, correcciones, riesgos residuales y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4884-C07A-4D1F-B6CE-D3301F5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Corte: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F0DE-782B-4DF1-851D-BE78C00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9C45B"/>
                </a:solidFill>
              </a:defRPr>
            </a:pPr>
            <a:r>
              <a:rPr sz="1050" b="1">
                <a:solidFill>
                  <a:srgbClr val="E9C45B"/>
                </a:solidFill>
              </a:rPr>
              <a:t>Demostración controlada; no certifica cobertura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8AB9F-D417-46E9-A7EF-1D1229C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7700"/>
            <a:ext cx="3352800" cy="5143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52E0-48A9-400F-874B-701B7982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7500" b="1">
                <a:solidFill>
                  <a:srgbClr val="25C8DE"/>
                </a:solidFill>
              </a:defRPr>
            </a:pPr>
            <a:r>
              <a:rPr sz="750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164B-C333-481D-95F3-8ED5ABA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CASOS QA</a:t>
            </a:r>
          </a:p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DOCUMENTADOS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2850-76AE-41CD-B3CD-B8AD6C5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A9BFCC"/>
                </a:solidFill>
              </a:defRPr>
            </a:pPr>
            <a:r>
              <a:rPr sz="1050" b="1">
                <a:solidFill>
                  <a:srgbClr val="A9BFCC"/>
                </a:solidFill>
              </a:rPr>
              <a:t>DESDE EL DÍA 1</a:t>
            </a:r>
          </a:p>
        </p:txBody>
      </p:sp>
    </p:spTree>
    <p:extLst>
      <p:ext uri="{BB962C8B-B14F-4D97-AF65-F5344CB8AC3E}">
        <p14:creationId xmlns:p14="http://schemas.microsoft.com/office/powerpoint/2010/main" val="187563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1C746-33E9-4FD8-AA94-238152F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B8A9-293B-44C9-B4E3-8D69E4D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809E-63C7-4908-9B88-BDA05BA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Dictamen ejecutivo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B6B3-7E35-44E0-90BF-A97BF33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Qué puede afirmarse y qué requiere nuevas pruebas.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EC48-0319-4948-9B37-3AE5CDF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CAD7-53BE-4F56-8D53-34A508A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A7D9-9C6B-4FA6-99D2-12155C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3CA5C-996D-4C6E-BF20-9781EBF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CASOS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3878-B30B-4323-925F-06B6B07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1274-722D-4573-82DE-FD4AD6A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9645-479A-4D45-B2E8-44F442B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732D-CDCF-4A86-8BAC-952B912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A8E2-3A96-4485-8D52-0ED5F16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0618E-0972-439E-BE97-7D8978E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75EAE-254E-4C3F-ABA9-92B8611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DDAC-353D-45D5-B6EB-4E8B73F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66900"/>
            <a:ext cx="2428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7A1ED-C1FE-485E-9093-A3039E0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097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RIESGO BAJO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FF0A3-893A-4D1F-A6CD-02FA54B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45C994"/>
                </a:solidFill>
              </a:defRPr>
            </a:pPr>
            <a:r>
              <a:rPr sz="2550" b="1">
                <a:solidFill>
                  <a:srgbClr val="45C994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AE67-FBF0-4254-AF4C-FD876BB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29025"/>
            <a:ext cx="10429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05E2-0860-4349-A241-FF612E7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Conclusión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271B5-5969-48DB-86CA-6D252F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4F8FA"/>
                </a:solidFill>
              </a:defRPr>
            </a:pPr>
            <a:r>
              <a:rPr sz="1725" b="1">
                <a:solidFill>
                  <a:srgbClr val="F4F8FA"/>
                </a:solidFill>
              </a:rPr>
              <a:t>Hay avances funcionales demostrables; no hay evidencia para certificar cero errores ni datos completos.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A2451-DAFF-4B9C-B1FC-0CFF612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Recomendación: demostración controlada con limitaciones declaradas.</a:t>
            </a:r>
          </a:p>
        </p:txBody>
      </p:sp>
    </p:spTree>
    <p:extLst>
      <p:ext uri="{BB962C8B-B14F-4D97-AF65-F5344CB8AC3E}">
        <p14:creationId xmlns:p14="http://schemas.microsoft.com/office/powerpoint/2010/main" val="23146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96249-8099-4041-8CF7-E4CC8C7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E030D-D506-415C-8DAF-6AD5C5C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ADF3B-52C6-4AD8-B047-4FAA235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Alcance y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B81A-50CB-4F76-856F-C45CFE8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Fuentes: historial del proyecto y evidencias locales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8FECA-F031-4E76-B6A9-ED0490A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8CAE5-E65A-4245-9FEB-F1C6180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45BF-8268-4133-84AA-4B3A870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2CBD-8C38-4959-B5CE-480ABDE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Fuentes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1589B-58C5-4FBA-ADF2-5529752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Git, auditorías, código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Capturas y salidas locales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Historial de trabajo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C34EC-7C33-4905-84F4-939C35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52FB-5720-4966-97E8-B0FDF1CE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No repetido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F2C30-20F3-4688-9E38-76DB513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repitieron tests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consultó PostgreSQL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No se llamó a proveedores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AA5E4-C456-4E66-8B5B-552D541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34898-E29A-4D95-807C-0AE3FD1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25C8DE"/>
                </a:solidFill>
              </a:defRPr>
            </a:pPr>
            <a:r>
              <a:rPr sz="1275" b="1">
                <a:solidFill>
                  <a:srgbClr val="25C8DE"/>
                </a:solidFill>
              </a:rPr>
              <a:t>Estados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72BDF-C73F-490A-8B72-BF9C6C4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Corregido + probado: evidencia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Según historial: no repetido</a:t>
            </a:r>
          </a:p>
          <a:p xmlns:a="http://schemas.openxmlformats.org/drawingml/2006/main">
            <a:pPr>
              <a:buNone/>
              <a:defRPr sz="1350" b="0">
                <a:solidFill>
                  <a:srgbClr val="F4F8FA"/>
                </a:solidFill>
              </a:defRPr>
            </a:pPr>
            <a:r>
              <a:rPr sz="1350" b="0">
                <a:solidFill>
                  <a:srgbClr val="F4F8FA"/>
                </a:solidFill>
              </a:rPr>
              <a:t>Pendiente: nueva validación</a:t>
            </a:r>
          </a:p>
        </p:txBody>
      </p:sp>
    </p:spTree>
    <p:extLst>
      <p:ext uri="{BB962C8B-B14F-4D97-AF65-F5344CB8AC3E}">
        <p14:creationId xmlns:p14="http://schemas.microsoft.com/office/powerpoint/2010/main" val="222492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919CC-4190-4A02-9463-DE90C4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2899-7298-4AAB-BF4D-77A8A3E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9C588-25E2-464D-B954-FD29938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Línea base de estadísticas individuales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E435-0842-4F96-876B-A1D835E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Auditoría histórica; valores registrados entonces, sin recálculo en este informe.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47ECA-C6D4-47D6-A58D-44F71B7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F68C-6BF7-4DEF-880E-4C05952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F1FED-42C3-44B6-88C4-7513C03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Filas jugador-partido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5AD1-90A0-41BD-BAF1-E6F7865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Bundesliga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088D2-7B3F-479C-BCC7-2C7EB62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1525-27B3-4330-900E-15C9638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43444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CD1C0-0A46-4E3E-A5C2-5605B9B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389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92A2-43FE-4F50-B0FD-9216373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Eredivisie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63EB-807D-495B-BCDD-B999D5E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F9C9-8B8C-4121-BFE3-EB7F883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474223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9AB6-7247-4F17-82F1-25AA16F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DE0B5-05C6-44BC-9584-B430078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LaLiga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C63F2-D380-40F7-BC50-7667BC7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825FD-B386-4F9E-B095-6C6F06F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78909-65A3-4CBB-A69A-E791177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Ligue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641CB-5F3B-45A3-8180-722B332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BB62F-19D2-4D1F-99E1-320E1AA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C8D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871F-6443-40D5-B939-DC4C612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564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57E0-1B80-4674-B5A4-C97DAE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Premier League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F584-4884-4247-9157-D98417B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3BA84-ED76-4175-B0EB-8B0BFD8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052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6EEE1-B09D-4B9C-84AC-0DADABF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Serie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ABBE4-6750-45E7-9A73-8141141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450C4-0507-482F-92C6-E8C4CAF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009A8-ECDE-403B-AEB0-67177A3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Champions League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F039D-83E8-475A-9D17-DBE5FEB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72966-8765-40F4-8A02-1C00F2C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387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394CD-4A39-4209-BBF2-A310A7F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Europa League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110088-0242-4846-94E9-B6F83D9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34025"/>
            <a:ext cx="642937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B5746-18C6-4DD1-9B66-7800DCB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EC6672"/>
                </a:solidFill>
              </a:defRPr>
            </a:pPr>
            <a:r>
              <a:rPr sz="1125" b="1">
                <a:solidFill>
                  <a:srgbClr val="EC6672"/>
                </a:solidFill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E7B85-0770-41C8-BAF7-BF66AED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67425"/>
            <a:ext cx="10458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EE0C0-493C-465A-9832-E9C7313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9C45B"/>
                </a:solidFill>
              </a:defRPr>
            </a:pPr>
            <a:r>
              <a:rPr sz="900" b="1">
                <a:solidFill>
                  <a:srgbClr val="E9C45B"/>
                </a:solidFill>
              </a:rPr>
              <a:t>Cinco competiciones tenían cero filas; eso no representa cero eventos en cancha.</a:t>
            </a:r>
          </a:p>
        </p:txBody>
      </p:sp>
    </p:spTree>
    <p:extLst>
      <p:ext uri="{BB962C8B-B14F-4D97-AF65-F5344CB8AC3E}">
        <p14:creationId xmlns:p14="http://schemas.microsoft.com/office/powerpoint/2010/main" val="839468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0F918-1922-4039-B2C2-5043B3D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5EC2-70AE-4338-888B-27FDEF7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6792-D1D4-4C0E-94DB-CA08BB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Correcciones documentadas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9C4E-CDF6-4A43-B543-E0A090F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El historial respalda estas mejoras, pero no todas se revalidaron en esta sesión.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FECCB-717D-4F8E-8CF9-3C6C751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DB743-2D36-4208-9F61-78138CA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32C8D-BF11-4FD9-8534-498D99D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B64FE-73F6-4BF8-B41E-1683A6C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FB684-D503-4580-99BA-AFFEE90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Configuración llegó a finalizar tras corregir dependencias.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DF4A1-B22B-44FA-8145-279F4617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E9A7A-CB32-4BB2-AF12-7E691E1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QtCore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9A150-F6EE-41AC-AC0A-0B04676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Usuario confirmó apertura posterior del ejecutable.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79EF5-D165-4EE3-AC77-9CC1320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70D47-D87A-4350-A30E-EB08B7A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Filtro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4FA46-B599-4C80-B1A8-9085CC8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Sincronización respeta liga seleccionada; 71 pruebas documentadas.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90BE5-049A-44FB-AF97-FEA9721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130F-17B5-4625-A7F3-BED6EA9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Jugadores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2AF96-38B3-4B2B-A195-6DD7436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Clics desde planteles conectan a ficha individual.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1D2F-A11B-438E-8C92-1F3CD8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BA9A5-497D-4028-94BA-E08544E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Marcadores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3010F-14FA-43DC-850E-74894FF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Colores V/E/D confirmados visualmente por usuario.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24D36-755C-460F-A435-3BC3F8A8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5000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A1C74-6F15-4FE6-92B9-569B274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5C994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45C994"/>
                </a:solidFill>
              </a:defRPr>
            </a:pPr>
            <a:r>
              <a:rPr sz="1200" b="1">
                <a:solidFill>
                  <a:srgbClr val="45C994"/>
                </a:solidFill>
              </a:rPr>
              <a:t>Escudos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17491-83BD-42F8-9E66-5F18462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F4F8FA"/>
                </a:solidFill>
              </a:defRPr>
            </a:pPr>
            <a:r>
              <a:rPr sz="1050" b="0">
                <a:solidFill>
                  <a:srgbClr val="F4F8FA"/>
                </a:solidFill>
              </a:rPr>
              <a:t>Correcciones activas y fallback neutral documentados.</a:t>
            </a:r>
          </a:p>
        </p:txBody>
      </p:sp>
    </p:spTree>
    <p:extLst>
      <p:ext uri="{BB962C8B-B14F-4D97-AF65-F5344CB8AC3E}">
        <p14:creationId xmlns:p14="http://schemas.microsoft.com/office/powerpoint/2010/main" val="917715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C107-31E3-4717-85F2-4BAEF65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B3813-C88A-4DE4-B46C-74423C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AD94-6271-4982-9923-F3A2C5C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Riesgos altos abiertos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D82B-422E-4B9D-A3B0-05D8344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Afectan la confianza, cobertura o distribución del producto.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4BB3-0B06-4A5F-9A85-089DE10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62F6-D490-4A63-9DE4-D8EDD34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D6791-4DAB-4721-97B0-A653BF3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D8224-2F68-4CD9-ACED-28A96ED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ACTUALIDAD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9460-2927-46E1-9CFE-B7212C1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No hay conciliación actual de todas las competiciones.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89CA-89C2-45E1-9335-6D3B903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670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F2A73-B8E6-4DDF-9910-B84C5EDD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ESTADÍSTICAS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6667E-FFD8-4F0B-A74C-2516FB7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717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Cobertura individual incompleta en la línea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45C7-A688-431A-843C-E16F6EF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826F1-F221-4CAF-9015-925147DA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IDENTIDAD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7D705-28FE-4A2A-8B1A-3608775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Cero duplicados y asociaciones correctas no certificados.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9340F-FF65-4243-BB77-948EE96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434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38FD2-D601-4956-B2DC-967F454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62D3E-C203-467C-917C-8E3F79B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Tarea y último log no se inspeccionaron hoy.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68FF-F94B-488B-8E22-4C01807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81600"/>
            <a:ext cx="1042987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4E147-16A0-442D-9EFA-0D356D31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EC6672"/>
                </a:solidFill>
              </a:defRPr>
            </a:pPr>
            <a:r>
              <a:rPr sz="900" b="1">
                <a:solidFill>
                  <a:srgbClr val="EC6672"/>
                </a:solidFill>
              </a:rPr>
              <a:t>PUBLICACIÓN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74A3F-3585-4655-8A06-656E92A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86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localhost no es accesible a testers externos.</a:t>
            </a:r>
          </a:p>
        </p:txBody>
      </p:sp>
    </p:spTree>
    <p:extLst>
      <p:ext uri="{BB962C8B-B14F-4D97-AF65-F5344CB8AC3E}">
        <p14:creationId xmlns:p14="http://schemas.microsoft.com/office/powerpoint/2010/main" val="1639269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761DA-250D-4A8F-A12B-C3829D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4925-0FC3-4085-9695-3D4D250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B319-943E-47FC-A269-C3B1764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Automatización: horario y límite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94516-0DA5-4AE7-B98B-CC964E2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configuración local debe coincidir con Windows Task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424A-6C7D-438F-8501-4928EBE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9B6-DB11-45D5-ACF2-4CF7F0F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779DD-DFD6-4939-ADAC-0B760C8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AE56-905E-44A7-A98B-3E17F27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CONFIGURACIÓN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DC62-C1ED-4345-8CB8-FBD7987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C8DE"/>
                </a:solidFill>
              </a:defRPr>
            </a:pPr>
            <a:r>
              <a:rPr sz="2550" b="1">
                <a:solidFill>
                  <a:srgbClr val="25C8DE"/>
                </a:solidFill>
              </a:rPr>
              <a:t>21:00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5235-BEF4-44C5-8301-20A540A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script y .env.example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3E65-CF59-4AE6-AC80-071B9BC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5663-FE7B-4CAE-9D80-554A8DE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GUÍA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0D20-6C71-4174-9838-81B7F20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8602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C6672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C6672"/>
                </a:solidFill>
              </a:defRPr>
            </a:pPr>
            <a:r>
              <a:rPr sz="2550" b="1">
                <a:solidFill>
                  <a:srgbClr val="EC6672"/>
                </a:solidFill>
              </a:rPr>
              <a:t>07:00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C3186-AA88-43A9-86D4-94E3BF8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docs/synchronization.md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1C41-BBDA-4D0A-A796-91358FB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0F667-51F6-4039-8DBA-C44F1D9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825" b="1">
                <a:solidFill>
                  <a:srgbClr val="A9BFCC"/>
                </a:solidFill>
              </a:defRPr>
            </a:pPr>
            <a:r>
              <a:rPr sz="825" b="1">
                <a:solidFill>
                  <a:srgbClr val="A9BFCC"/>
                </a:solidFill>
              </a:rPr>
              <a:t>PC APAGADA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B370-A6F9-4007-B65C-422FDD6A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86025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E9C45B"/>
                </a:solidFill>
              </a:defRPr>
            </a:pPr>
            <a:r>
              <a:rPr sz="2550" b="1">
                <a:solidFill>
                  <a:srgbClr val="E9C45B"/>
                </a:solidFill>
              </a:rPr>
              <a:t>No corre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456CA-145B-46DA-86CD-1FDDCBC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A9BFCC"/>
                </a:solidFill>
              </a:defRPr>
            </a:pPr>
            <a:r>
              <a:rPr sz="900" b="0">
                <a:solidFill>
                  <a:srgbClr val="A9BFCC"/>
                </a:solidFill>
              </a:rPr>
              <a:t>recupera al volver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B4C2A-8D30-4806-9A21-905634E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28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42B1E-E1C2-4459-9CA5-AF563C1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25C8DE"/>
                </a:solidFill>
              </a:defRPr>
            </a:pPr>
            <a:r>
              <a:rPr sz="1200" b="1">
                <a:solidFill>
                  <a:srgbClr val="25C8DE"/>
                </a:solidFill>
              </a:rPr>
              <a:t>Control de 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32E3F-7977-45F4-8CE1-AE8E02B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Confirmar tarea habilitada, último resultado y log. Una PC apagada no sincroniza hasta encenderse; la recuperación depende de la tarea y la sesión disponible.</a:t>
            </a:r>
          </a:p>
        </p:txBody>
      </p:sp>
    </p:spTree>
    <p:extLst>
      <p:ext uri="{BB962C8B-B14F-4D97-AF65-F5344CB8AC3E}">
        <p14:creationId xmlns:p14="http://schemas.microsoft.com/office/powerpoint/2010/main" val="118092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C64FD-A87C-44E7-81A6-D1A842E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49974-5F37-413E-A638-BD59086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9812-F786-4943-A095-D768111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Compartir para 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822E-F8A9-4606-8CEA-BA2C5DA1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La vista local y un HTML descargable no sustituyen un servicio multiusuario vivo.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B3746-EBA8-43D7-8BDD-D46032C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D2FA-A777-4231-8BC9-1D0D248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C0063-6815-4E4E-A4AA-C67BCF7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AB8AC-9F2F-4B0A-A771-C16849EA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Ahora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D563-54F6-4228-9608-98BD801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Web local en 127.0.0.1, cliente de solo lectura.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B7871-76A0-4BC2-9012-D76E910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7C19F-CE32-4FC1-9BA2-0D0A27E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Para testers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BA47F-4B1F-46F4-B93F-EB39115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Staging con copia controlada y autenticación.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CFA93-02C7-4B81-B35B-23A62FB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B5FCE-3D9C-4E87-933A-4CE879C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Seguridad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0428-A520-40D1-A2C3-CABA8A8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766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HTTPS, usuario DB SELECT; credenciales fuera del cliente.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C2331-F2F9-42B2-A288-037A9FE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038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434D-2616-46B7-9186-CA376609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25C8DE"/>
                </a:solidFill>
              </a:defRPr>
            </a:pPr>
            <a:r>
              <a:rPr sz="1125" b="1">
                <a:solidFill>
                  <a:srgbClr val="25C8DE"/>
                </a:solidFill>
              </a:rPr>
              <a:t>Móvil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90BA9-4CCB-4607-9E3F-4CFEE7A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Probar el HTML transferido por WhatsApp en Chrome real.</a:t>
            </a:r>
          </a:p>
        </p:txBody>
      </p:sp>
    </p:spTree>
    <p:extLst>
      <p:ext uri="{BB962C8B-B14F-4D97-AF65-F5344CB8AC3E}">
        <p14:creationId xmlns:p14="http://schemas.microsoft.com/office/powerpoint/2010/main" val="1199549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1F69A-4623-4E4B-8DC4-F557F04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5C8DE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25C8DE"/>
                </a:solidFill>
              </a:defRPr>
            </a:pPr>
            <a:r>
              <a:rPr sz="900" b="1">
                <a:solidFill>
                  <a:srgbClr val="25C8DE"/>
                </a:solidFill>
              </a:rPr>
              <a:t>Data 90  / 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FC88-FD49-475D-A3EE-3FFAEF0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900" b="1">
                <a:solidFill>
                  <a:srgbClr val="A9BFCC"/>
                </a:solidFill>
              </a:defRPr>
            </a:pPr>
            <a:r>
              <a:rPr sz="900" b="1">
                <a:solidFill>
                  <a:srgbClr val="A9BFC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5AF99-65D8-44B4-A26F-9626A1D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F4F8FA"/>
                </a:solidFill>
              </a:defRPr>
            </a:pPr>
            <a:r>
              <a:rPr sz="2550" b="1">
                <a:solidFill>
                  <a:srgbClr val="F4F8FA"/>
                </a:solidFill>
              </a:rPr>
              <a:t>Ruta de cierre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32561-3651-40CB-9B88-5415FBC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A9BFCC"/>
                </a:solidFill>
              </a:defRPr>
            </a:pPr>
            <a:r>
              <a:rPr sz="1125" b="0">
                <a:solidFill>
                  <a:srgbClr val="A9BFCC"/>
                </a:solidFill>
              </a:rPr>
              <a:t>Orden recomendado antes de decir datos completos o invitar evaluadores.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6FE12-B226-425F-9F6E-44CDA7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AD8BD-1EA3-470B-8D3A-6580169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A9BFCC"/>
                </a:solidFill>
              </a:defRPr>
            </a:defPPr>
          </a:lstStyle>
          <a:p xmlns:a="http://schemas.openxmlformats.org/drawingml/2006/main">
            <a:pPr>
              <a:buNone/>
              <a:defRPr sz="750" b="0">
                <a:solidFill>
                  <a:srgbClr val="A9BFCC"/>
                </a:solidFill>
              </a:defRPr>
            </a:pPr>
            <a:r>
              <a:rPr sz="750" b="0">
                <a:solidFill>
                  <a:srgbClr val="A9BFCC"/>
                </a:solidFill>
              </a:rPr>
              <a:t>INFORME QA  ·  EVIDENCIA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001D-FD27-4B4D-AC78-DCE8B7C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8D1C8-2314-426D-977C-7803E92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4F8FA"/>
                </a:solidFill>
              </a:defRPr>
            </a:pPr>
            <a:r>
              <a:rPr sz="1125" b="1">
                <a:solidFill>
                  <a:srgbClr val="F4F8FA"/>
                </a:solidFill>
              </a:rPr>
              <a:t>1  Medir cobertura por competición, equipo, jugador y campo, con fuente/fecha.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9840-24FF-4D25-81AC-6DFA8D8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68AE-3E2F-4794-84C0-EBAF376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2  Conciliar fixtures, resultados y estados con organizadores.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F3A4C-ECBC-4FC3-94A7-11E7EF8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7879F-14AC-49AD-8394-98AABD2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3  Revisar duplicados, alias, planteles y entrenadores.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50A40-7825-4C6D-8DD8-8EE2D52D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3E61C-199B-47B2-8550-7909B9B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4  Verificar tarea 21:00, logs y documentación contradictoria.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24FF-1EB4-495E-A243-1EC867F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748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6E51-85E1-4047-A019-4B79182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5  Comparar app, HTML, Chrome escritorio y móvil.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837E-AA05-4189-B21B-2024833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038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854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178CB-0EB5-4E01-9CE9-A23DF00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4F8FA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F4F8FA"/>
                </a:solidFill>
              </a:defRPr>
            </a:pPr>
            <a:r>
              <a:rPr sz="1125" b="0">
                <a:solidFill>
                  <a:srgbClr val="F4F8FA"/>
                </a:solidFill>
              </a:rPr>
              <a:t>6  Desplegar staging protegido antes de compartir.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66BE4-D146-444C-BCCC-BF4B3EF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9C45B"/>
                </a:solidFill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E9C45B"/>
                </a:solidFill>
              </a:defRPr>
            </a:pPr>
            <a:r>
              <a:rPr sz="1275" b="1">
                <a:solidFill>
                  <a:srgbClr val="E9C45B"/>
                </a:solidFill>
              </a:rPr>
              <a:t>Dictamen actual: demostración controlada con limitaciones; no certificación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5334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2026-10-13T19:05:16.6510000Z</dcterms:created>
  <dcterms:modified xsi:type="dcterms:W3CDTF">2026-10-13T19:05:16.6510000Z</dcterms:modified>
</coreProperties>
</file>