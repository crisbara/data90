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2e0393ed6449b0" /><Relationship Type="http://schemas.openxmlformats.org/officeDocument/2006/relationships/extended-properties" Target="/docProps/app.xml" Id="Rdfb07bbd53e545b3" /><Relationship Type="http://schemas.openxmlformats.org/officeDocument/2006/relationships/officeDocument" Target="/ppt/presentation.xml" Id="R58e1101880ec40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2381bf817f4fd7"/>
  </p:sldMasterIdLst>
  <p:notesMasterIdLst>
    <p:notesMasterId xmlns:r="http://schemas.openxmlformats.org/officeDocument/2006/relationships" r:id="Rb1d5ac1b37fe4dd3"/>
  </p:notesMasterIdLst>
  <p:sldIdLst>
    <p:sldId xmlns:r="http://schemas.openxmlformats.org/officeDocument/2006/relationships" id="256" r:id="R6cfe9e04505241d5"/>
    <p:sldId xmlns:r="http://schemas.openxmlformats.org/officeDocument/2006/relationships" id="257" r:id="R332b4e4ef8d44a4e"/>
    <p:sldId xmlns:r="http://schemas.openxmlformats.org/officeDocument/2006/relationships" id="258" r:id="R7c0bf70ea9764c95"/>
    <p:sldId xmlns:r="http://schemas.openxmlformats.org/officeDocument/2006/relationships" id="260" r:id="R6428982763dd45fa"/>
    <p:sldId xmlns:r="http://schemas.openxmlformats.org/officeDocument/2006/relationships" id="261" r:id="R8b5ccf616293405b"/>
    <p:sldId xmlns:r="http://schemas.openxmlformats.org/officeDocument/2006/relationships" id="262" r:id="R15cf06e368804b7b"/>
    <p:sldId xmlns:r="http://schemas.openxmlformats.org/officeDocument/2006/relationships" id="263" r:id="Rdb3cbd03d92a417d"/>
    <p:sldId xmlns:r="http://schemas.openxmlformats.org/officeDocument/2006/relationships" id="264" r:id="Rcbbc44a36c2d4682"/>
    <p:sldId xmlns:r="http://schemas.openxmlformats.org/officeDocument/2006/relationships" id="265" r:id="Reaf0051fcd0a4a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efe92c07046d48a2"/><Relationship Type="http://schemas.openxmlformats.org/officeDocument/2006/relationships/slideMaster" Target="/ppt/slideMasters/slideMaster1.xml" Id="R322381bf817f4fd7"/><Relationship Type="http://schemas.openxmlformats.org/officeDocument/2006/relationships/notesMaster" Target="/ppt/notesMasters/notesMaster1.xml" Id="Rb1d5ac1b37fe4dd3"/><Relationship Type="http://schemas.openxmlformats.org/officeDocument/2006/relationships/presProps" Target="/ppt/presProps.xml" Id="R9c8cacf0ee634d64"/><Relationship Type="http://schemas.openxmlformats.org/officeDocument/2006/relationships/tableStyles" Target="/ppt/tableStyles.xml" Id="R79db71beba9643a8"/><Relationship Type="http://schemas.openxmlformats.org/officeDocument/2006/relationships/slide" Target="/ppt/slides/slide1.xml" Id="R6cfe9e04505241d5"/><Relationship Type="http://schemas.openxmlformats.org/officeDocument/2006/relationships/slide" Target="/ppt/slides/slide2.xml" Id="R332b4e4ef8d44a4e"/><Relationship Type="http://schemas.openxmlformats.org/officeDocument/2006/relationships/slide" Target="/ppt/slides/slide3.xml" Id="R7c0bf70ea9764c95"/><Relationship Type="http://schemas.openxmlformats.org/officeDocument/2006/relationships/slide" Target="/ppt/slides/slide5.xml" Id="R6428982763dd45fa"/><Relationship Type="http://schemas.openxmlformats.org/officeDocument/2006/relationships/slide" Target="/ppt/slides/slide6.xml" Id="R8b5ccf616293405b"/><Relationship Type="http://schemas.openxmlformats.org/officeDocument/2006/relationships/slide" Target="/ppt/slides/slide7.xml" Id="R15cf06e368804b7b"/><Relationship Type="http://schemas.openxmlformats.org/officeDocument/2006/relationships/slide" Target="/ppt/slides/slide8.xml" Id="Rdb3cbd03d92a417d"/><Relationship Type="http://schemas.openxmlformats.org/officeDocument/2006/relationships/slide" Target="/ppt/slides/slide9.xml" Id="Rcbbc44a36c2d4682"/><Relationship Type="http://schemas.openxmlformats.org/officeDocument/2006/relationships/slide" Target="/ppt/slides/slide10.xml" Id="Reaf0051fcd0a4a40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0b8e41a50543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cfd98d1bd641d7" /><Relationship Type="http://schemas.openxmlformats.org/officeDocument/2006/relationships/notesMaster" Target="/ppt/notesMasters/notesMaster1.xml" Id="Ra0259cfbb24e4a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b8120226de4ce0" /><Relationship Type="http://schemas.openxmlformats.org/officeDocument/2006/relationships/notesMaster" Target="/ppt/notesMasters/notesMaster1.xml" Id="R8191a76f212b4a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e8077b93b04994" /><Relationship Type="http://schemas.openxmlformats.org/officeDocument/2006/relationships/notesMaster" Target="/ppt/notesMasters/notesMaster1.xml" Id="R99d6bdfc181442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4207ca7b7e4728" /><Relationship Type="http://schemas.openxmlformats.org/officeDocument/2006/relationships/notesMaster" Target="/ppt/notesMasters/notesMaster1.xml" Id="R4490bfd2ffad45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b6448f9d1a49e9" /><Relationship Type="http://schemas.openxmlformats.org/officeDocument/2006/relationships/notesMaster" Target="/ppt/notesMasters/notesMaster1.xml" Id="R77f64b9e932242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687b4400984eda" /><Relationship Type="http://schemas.openxmlformats.org/officeDocument/2006/relationships/notesMaster" Target="/ppt/notesMasters/notesMaster1.xml" Id="R72a4e11fa4d14f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1d789e8d9145cb" /><Relationship Type="http://schemas.openxmlformats.org/officeDocument/2006/relationships/notesMaster" Target="/ppt/notesMasters/notesMaster1.xml" Id="Ra096921314e847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7b524806ed411c" /><Relationship Type="http://schemas.openxmlformats.org/officeDocument/2006/relationships/notesMaster" Target="/ppt/notesMasters/notesMaster1.xml" Id="R98a24f03d3cc43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92009e110245bc" /><Relationship Type="http://schemas.openxmlformats.org/officeDocument/2006/relationships/notesMaster" Target="/ppt/notesMasters/notesMaster1.xml" Id="Rdda7c178fcf142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576911af2c44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7633db8e845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489ea7f3746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3812786e643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97a89fb25a4f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88c6411f14e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DE32C4-7C12-45BB-87F7-D04BAAA6F4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9B3953-4AF1-4149-9054-BC2AFB524E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B5B29C-C4BA-42D9-936E-FAAB43826F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C968EE-E585-4362-883B-3AC2F3EA74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DADAEC-17E6-4743-B0E9-B00999E09F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E4929E-9C64-4A79-865B-C9840B81E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8DAADC-4891-4D43-ACE9-0DA395E3E9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4433E6-67D8-4638-8CEE-12D61A70FB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42B5EB-46B0-4B09-91B2-28F191500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DB78A6-F1C8-4035-9BCC-28E16635F8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49954e4bcd496a" /><Relationship Type="http://schemas.openxmlformats.org/officeDocument/2006/relationships/slideLayout" Target="/ppt/slideLayouts/slideLayout1.xml" Id="R2ffe6ab9b3df474a" /><Relationship Type="http://schemas.openxmlformats.org/officeDocument/2006/relationships/slideLayout" Target="/ppt/slideLayouts/slideLayout2.xml" Id="R9d0a9157b5674f88" /><Relationship Type="http://schemas.openxmlformats.org/officeDocument/2006/relationships/slideLayout" Target="/ppt/slideLayouts/slideLayout3.xml" Id="Redb19e4a04ae4ac5" /><Relationship Type="http://schemas.openxmlformats.org/officeDocument/2006/relationships/slideLayout" Target="/ppt/slideLayouts/slideLayout4.xml" Id="Rc0f9ae63e009495e" /><Relationship Type="http://schemas.openxmlformats.org/officeDocument/2006/relationships/slideLayout" Target="/ppt/slideLayouts/slideLayout5.xml" Id="Ra00e5d12462641b1" /><Relationship Type="http://schemas.openxmlformats.org/officeDocument/2006/relationships/slideLayout" Target="/ppt/slideLayouts/slideLayout6.xml" Id="Ra2be9bb9bb624c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fe6ab9b3df474a"/>
    <p:sldLayoutId xmlns:r="http://schemas.openxmlformats.org/officeDocument/2006/relationships" id="2147483650" r:id="R9d0a9157b5674f88"/>
    <p:sldLayoutId xmlns:r="http://schemas.openxmlformats.org/officeDocument/2006/relationships" id="2147483651" r:id="Redb19e4a04ae4ac5"/>
    <p:sldLayoutId xmlns:r="http://schemas.openxmlformats.org/officeDocument/2006/relationships" id="2147483652" r:id="Rc0f9ae63e009495e"/>
    <p:sldLayoutId xmlns:r="http://schemas.openxmlformats.org/officeDocument/2006/relationships" id="2147483653" r:id="Ra00e5d12462641b1"/>
    <p:sldLayoutId xmlns:r="http://schemas.openxmlformats.org/officeDocument/2006/relationships" id="2147483654" r:id="Ra2be9bb9bb624c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4dab0263114326" /><Relationship Type="http://schemas.openxmlformats.org/officeDocument/2006/relationships/notesSlide" Target="/ppt/notesSlides/notesSlide1.xml" Id="R38bc9493183140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c74aaa371431a" /><Relationship Type="http://schemas.openxmlformats.org/officeDocument/2006/relationships/notesSlide" Target="/ppt/notesSlides/notesSlide2.xml" Id="R31b00c4075af4c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7795eb27de4e3f" /><Relationship Type="http://schemas.openxmlformats.org/officeDocument/2006/relationships/notesSlide" Target="/ppt/notesSlides/notesSlide3.xml" Id="R2a1d20a149454b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d8088459f84d11" /><Relationship Type="http://schemas.openxmlformats.org/officeDocument/2006/relationships/notesSlide" Target="/ppt/notesSlides/notesSlide5.xml" Id="R4053dec5096340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235f244b804b07" /><Relationship Type="http://schemas.openxmlformats.org/officeDocument/2006/relationships/notesSlide" Target="/ppt/notesSlides/notesSlide6.xml" Id="Re4186d36e68948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baebbc8ec14fc3" /><Relationship Type="http://schemas.openxmlformats.org/officeDocument/2006/relationships/notesSlide" Target="/ppt/notesSlides/notesSlide7.xml" Id="Re48716d322a043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9eb994d93742ef" /><Relationship Type="http://schemas.openxmlformats.org/officeDocument/2006/relationships/notesSlide" Target="/ppt/notesSlides/notesSlide8.xml" Id="R9ecf3d3007224f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88212180bc467b" /><Relationship Type="http://schemas.openxmlformats.org/officeDocument/2006/relationships/notesSlide" Target="/ppt/notesSlides/notesSlide9.xml" Id="R52a0a6a4c03d4b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0f62d039314d83" /><Relationship Type="http://schemas.openxmlformats.org/officeDocument/2006/relationships/notesSlide" Target="/ppt/notesSlides/notesSlide10.xml" Id="R22d7f0d0be5a44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ED8F5-FEC1-4A27-9C15-FD2029DD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5825"/>
            <a:ext cx="6667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940C2-3E63-4132-A463-B8823974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429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FOOTBALL ANALYTICS PRO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FBE0F-9B94-4B02-AF15-82C36D2E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62075"/>
            <a:ext cx="6572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4F8FA"/>
                </a:solidFill>
              </a:defRPr>
            </a:pPr>
            <a:r>
              <a:rPr sz="3450" b="1">
                <a:solidFill>
                  <a:srgbClr val="F4F8FA"/>
                </a:solidFill>
              </a:rPr>
              <a:t>Reporte de 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848D6-418D-44BC-BBA8-420239AD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9097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A9BFCC"/>
                </a:solidFill>
              </a:defRPr>
            </a:pPr>
            <a:r>
              <a:rPr sz="1425" b="0">
                <a:solidFill>
                  <a:srgbClr val="A9BFCC"/>
                </a:solidFill>
              </a:rPr>
              <a:t>Incidencias, correcciones, riesgos residuales y evidencia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D4884-C07A-4D1F-B6CE-D3301F53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Corte: octubre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2F0DE-782B-4DF1-851D-BE78C00C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6262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E9C45B"/>
                </a:solidFill>
              </a:defRPr>
            </a:pPr>
            <a:r>
              <a:rPr sz="1050" b="1">
                <a:solidFill>
                  <a:srgbClr val="E9C45B"/>
                </a:solidFill>
              </a:rPr>
              <a:t>Demostración controlada; no certifica cobertura total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8AB9F-D417-46E9-A7EF-1D1229CD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47700"/>
            <a:ext cx="3352800" cy="51435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E52E0-48A9-400F-874B-701B7982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19200"/>
            <a:ext cx="228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7500" b="1">
                <a:solidFill>
                  <a:srgbClr val="25C8DE"/>
                </a:solidFill>
              </a:defRPr>
            </a:pPr>
            <a:r>
              <a:rPr sz="7500" b="1">
                <a:solidFill>
                  <a:srgbClr val="25C8DE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8164B-C333-481D-95F3-8ED5ABA7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62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4F8FA"/>
                </a:solidFill>
              </a:defRPr>
            </a:pPr>
            <a:r>
              <a:rPr sz="1725" b="1">
                <a:solidFill>
                  <a:srgbClr val="F4F8FA"/>
                </a:solidFill>
              </a:rPr>
              <a:t>CASOS QA</a:t>
            </a:r>
          </a:p>
          <a:p xmlns:a="http://schemas.openxmlformats.org/drawingml/2006/main">
            <a:pPr>
              <a:buNone/>
              <a:defRPr sz="1725" b="1">
                <a:solidFill>
                  <a:srgbClr val="F4F8FA"/>
                </a:solidFill>
              </a:defRPr>
            </a:pPr>
            <a:r>
              <a:rPr sz="1725" b="1">
                <a:solidFill>
                  <a:srgbClr val="F4F8FA"/>
                </a:solidFill>
              </a:rPr>
              <a:t>DOCUMENTADOS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12850-76AE-41CD-B3CD-B8AD6C5A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57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A9BFCC"/>
                </a:solidFill>
              </a:defRPr>
            </a:pPr>
            <a:r>
              <a:rPr sz="1050" b="1">
                <a:solidFill>
                  <a:srgbClr val="A9BFCC"/>
                </a:solidFill>
              </a:rPr>
              <a:t>DESDE EL DÍA 1</a:t>
            </a:r>
          </a:p>
        </p:txBody>
      </p:sp>
    </p:spTree>
    <p:extLst>
      <p:ext uri="{BB962C8B-B14F-4D97-AF65-F5344CB8AC3E}">
        <p14:creationId xmlns:p14="http://schemas.microsoft.com/office/powerpoint/2010/main" val="18756380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1C746-33E9-4FD8-AA94-238152FB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FOOTBALL ANALYTICS PRO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1B8A9-293B-44C9-B4E3-8D69E4DF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B809E-63C7-4908-9B88-BDA05BA3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Dictamen ejecutivo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BB6B3-7E35-44E0-90BF-A97BF335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Qué puede afirmarse y qué requiere nuevas pruebas.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9EC48-0319-4948-9B37-3AE5CDFB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5CAD7-53BE-4F56-8D53-34A508A7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·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1A7D9-9C6B-4FA6-99D2-12155CCE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66900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3CA5C-996D-4C6E-BF20-9781EBFC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097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CASOS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93878-B30B-4323-925F-06B6B07F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14575"/>
            <a:ext cx="208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25C8DE"/>
                </a:solidFill>
              </a:defRPr>
            </a:pPr>
            <a:r>
              <a:rPr sz="2550" b="1">
                <a:solidFill>
                  <a:srgbClr val="25C8DE"/>
                </a:solidFill>
              </a:rPr>
              <a:t>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91274-722D-4573-82DE-FD4AD6A3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866900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B9645-479A-4D45-B2E8-44F442B0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0097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RIESGO ALTO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B732D-CDCF-4A86-8BAC-952B9129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314575"/>
            <a:ext cx="208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EC6672"/>
                </a:solidFill>
              </a:defRPr>
            </a:pPr>
            <a:r>
              <a:rPr sz="2550" b="1">
                <a:solidFill>
                  <a:srgbClr val="EC6672"/>
                </a:solidFill>
              </a:rPr>
              <a:t>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4A8E2-3A96-4485-8D52-0ED5F160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66900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0618E-0972-439E-BE97-7D8978E2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097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RIESGO MEDIO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75EAE-254E-4C3F-ABA9-92B86110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14575"/>
            <a:ext cx="208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E9C45B"/>
                </a:solidFill>
              </a:defRPr>
            </a:pPr>
            <a:r>
              <a:rPr sz="2550" b="1">
                <a:solidFill>
                  <a:srgbClr val="E9C45B"/>
                </a:solidFill>
              </a:rPr>
              <a:t>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8ADDAC-353D-45D5-B6EB-4E8B73F4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66900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F7A1ED-C1FE-485E-9093-A3039E00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0097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RIESGO BAJO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5FF0A3-893A-4D1F-A6CD-02FA54B5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314575"/>
            <a:ext cx="208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45C994"/>
                </a:solidFill>
              </a:defRPr>
            </a:pPr>
            <a:r>
              <a:rPr sz="2550" b="1">
                <a:solidFill>
                  <a:srgbClr val="45C994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F2AE67-FBF0-4254-AF4C-FD876BBB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29025"/>
            <a:ext cx="1042987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2505E2-0860-4349-A241-FF612E77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57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25C8DE"/>
                </a:solidFill>
              </a:defRPr>
            </a:pPr>
            <a:r>
              <a:rPr sz="1200" b="1">
                <a:solidFill>
                  <a:srgbClr val="25C8DE"/>
                </a:solidFill>
              </a:rPr>
              <a:t>Conclusión 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271B5-5969-48DB-86CA-6D252F02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76725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4F8FA"/>
                </a:solidFill>
              </a:defRPr>
            </a:pPr>
            <a:r>
              <a:rPr sz="1725" b="1">
                <a:solidFill>
                  <a:srgbClr val="F4F8FA"/>
                </a:solidFill>
              </a:rPr>
              <a:t>Hay avances funcionales demostrables; no hay evidencia para certificar cero errores ni datos completos.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2A2451-DAFF-4B9C-B1FC-0CFF612E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E9C45B"/>
                </a:solidFill>
              </a:defRPr>
            </a:pPr>
            <a:r>
              <a:rPr sz="1275" b="1">
                <a:solidFill>
                  <a:srgbClr val="E9C45B"/>
                </a:solidFill>
              </a:rPr>
              <a:t>Recomendación: demostración controlada con limitaciones declaradas.</a:t>
            </a:r>
          </a:p>
        </p:txBody>
      </p:sp>
    </p:spTree>
    <p:extLst>
      <p:ext uri="{BB962C8B-B14F-4D97-AF65-F5344CB8AC3E}">
        <p14:creationId xmlns:p14="http://schemas.microsoft.com/office/powerpoint/2010/main" val="231462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96249-8099-4041-8CF7-E4CC8C71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FOOTBALL ANALYTICS PRO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E030D-D506-415C-8DAF-6AD5C5CE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ADF3B-52C6-4AD8-B047-4FAA235A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Alcance y evidencia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BB81A-50CB-4F76-856F-C45CFE80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Fuentes: historial del proyecto y evidencias locales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8FECA-F031-4E76-B6A9-ED0490A3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8CAE5-E65A-4245-9FEB-F1C61808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·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845BF-8268-4133-84AA-4B3A870C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32385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E2CBD-8C38-4959-B5CE-480ABDE2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24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25C8DE"/>
                </a:solidFill>
              </a:defRPr>
            </a:pPr>
            <a:r>
              <a:rPr sz="1275" b="1">
                <a:solidFill>
                  <a:srgbClr val="25C8DE"/>
                </a:solidFill>
              </a:rPr>
              <a:t>Fuentes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1589B-58C5-4FBA-ADF2-5529752A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57500"/>
            <a:ext cx="2762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Git, auditorías, código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Capturas y salidas locales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Historial de trabajo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C34EC-7C33-4905-84F4-939C354D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32385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152FB-5720-4966-97E8-B0FDF1CE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25C8DE"/>
                </a:solidFill>
              </a:defRPr>
            </a:pPr>
            <a:r>
              <a:rPr sz="1275" b="1">
                <a:solidFill>
                  <a:srgbClr val="25C8DE"/>
                </a:solidFill>
              </a:rPr>
              <a:t>No repetido hoy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F2C30-20F3-4688-9E38-76DB5134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2762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No se repitieron tests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No se consultó PostgreSQL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No se llamó a proveedores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AA5E4-C456-4E66-8B5B-552D5415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76450"/>
            <a:ext cx="32385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34898-E29A-4D95-807C-0AE3FD18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324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25C8DE"/>
                </a:solidFill>
              </a:defRPr>
            </a:pPr>
            <a:r>
              <a:rPr sz="1275" b="1">
                <a:solidFill>
                  <a:srgbClr val="25C8DE"/>
                </a:solidFill>
              </a:rPr>
              <a:t>Estados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72BDF-C73F-490A-8B72-BF9C6C4D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57500"/>
            <a:ext cx="2762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Corregido + probado: evidencia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Según historial: no repetido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Pendiente: nueva validación</a:t>
            </a:r>
          </a:p>
        </p:txBody>
      </p:sp>
    </p:spTree>
    <p:extLst>
      <p:ext uri="{BB962C8B-B14F-4D97-AF65-F5344CB8AC3E}">
        <p14:creationId xmlns:p14="http://schemas.microsoft.com/office/powerpoint/2010/main" val="2224926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5919CC-4190-4A02-9463-DE90C432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FOOTBALL ANALYTICS PRO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C2899-7298-4AAB-BF4D-77A8A3EA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9C588-25E2-464D-B954-FD299387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Línea base de estadísticas individuales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FE435-0842-4F96-876B-A1D835E0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Auditoría histórica; valores registrados entonces, sin recálculo en este informe.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47ECA-C6D4-47D6-A58D-44F71B75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8F68C-6BF7-4DEF-880E-4C059526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·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F1FED-42C3-44B6-88C4-7513C03D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F4F8FA"/>
                </a:solidFill>
              </a:defRPr>
            </a:pPr>
            <a:r>
              <a:rPr sz="1275" b="1">
                <a:solidFill>
                  <a:srgbClr val="F4F8FA"/>
                </a:solidFill>
              </a:rPr>
              <a:t>Filas jugador-partido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85AD1-90A0-41BD-BAF1-E6F7865C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Bundesliga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088D2-7B3F-479C-BCC7-2C7EB62C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01525-27B3-4330-900E-15C96381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443444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C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CD1C0-0A46-4E3E-A5C2-5605B9B7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383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389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D92A2-43FE-4F50-B0FD-9216373E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Eredivisie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063EB-807D-495B-BCDD-B999D5EE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3367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DF9C9-8B8C-4121-BFE3-EB7F883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33675"/>
            <a:ext cx="4742234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C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89AB6-7247-4F17-82F1-25AA16F0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05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416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DE0B5-05C6-44BC-9584-B430078A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LaLiga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C63F2-D380-40F7-BC50-7667BC70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0400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825FD-B386-4F9E-B095-6C6F06F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718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78909-65A3-4CBB-A69A-E7911773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Ligue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641CB-5F3B-45A3-8180-722B3326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6712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BB62F-19D2-4D1F-99E1-320E1AA6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6712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C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9871F-6443-40D5-B939-DC4C612C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385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564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957E0-1B80-4674-B5A4-C97DAE5F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Premier League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65F584-4884-4247-9157-D98417B0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33850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3BA84-ED76-4175-B0EB-8B0BFD8F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052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6EEE1-B09D-4B9C-84AC-0DADABF3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Serie 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CABBE4-6750-45E7-9A73-8141141C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0057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3450C4-0507-482F-92C6-E8C4CAF7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72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F009A8-ECDE-403B-AEB0-67177A3A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Champions League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7F039D-83E8-475A-9D17-DBE5FEB3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67300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372966-8765-40F4-8A02-1C00F2C2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387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C394CD-4A39-4209-BBF2-A310A7FE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Europa League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110088-0242-4846-94E9-B6F83D9E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3402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EB5746-18C6-4DD1-9B66-7800DCB8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505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5E7B85-0770-41C8-BAF7-BF66AED5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67425"/>
            <a:ext cx="10458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7EE0C0-493C-465A-9832-E9C73138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9C45B"/>
                </a:solidFill>
              </a:defRPr>
            </a:pPr>
            <a:r>
              <a:rPr sz="900" b="1">
                <a:solidFill>
                  <a:srgbClr val="E9C45B"/>
                </a:solidFill>
              </a:rPr>
              <a:t>Cinco competiciones tenían cero filas; eso no representa cero eventos en cancha.</a:t>
            </a:r>
          </a:p>
        </p:txBody>
      </p:sp>
    </p:spTree>
    <p:extLst>
      <p:ext uri="{BB962C8B-B14F-4D97-AF65-F5344CB8AC3E}">
        <p14:creationId xmlns:p14="http://schemas.microsoft.com/office/powerpoint/2010/main" val="8394688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0F918-1922-4039-B2C2-5043B3D0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FOOTBALL ANALYTICS PRO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05EC2-70AE-4338-888B-27FDEF77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66792-D1D4-4C0E-94DB-CA08BBCD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Correcciones documentadas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E9C4E-CDF6-4A43-B543-E0A090FF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El historial respalda estas mejoras, pero no todas se revalidaron en esta sesión.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FECCB-717D-4F8E-8CF9-3C6C751B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DB743-2D36-4208-9F61-78138CAE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·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32C8D-BF11-4FD9-8534-498D99D3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B64FE-73F6-4BF8-B41E-1683A6C8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PostgreSQL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FB684-D503-4580-99BA-AFFEE901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7172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Configuración llegó a finalizar tras corregir dependencias.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DF4A1-B22B-44FA-8145-279F4617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E9A7A-CB32-4BB2-AF12-7E691E1B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QtCore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9A150-F6EE-41AC-AC0A-0B04676C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7172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Usuario confirmó apertura posterior del ejecutable.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79EF5-D165-4EE3-AC77-9CC13200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9565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70D47-D87A-4350-A30E-EB08B7A0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38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Filtro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4FA46-B599-4C80-B1A8-9085CC8F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Sincronización respeta liga seleccionada; 71 pruebas documentadas.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90BE5-049A-44FB-AF97-FEA97210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8130F-17B5-4625-A7F3-BED6EA97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38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Jugadores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2AF96-38B3-4B2B-A195-6DD7436C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Clics desde planteles conectan a ficha individual.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61D2F-A11B-438E-8C92-1F3CD866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8630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BA9A5-497D-4028-94BA-E08544EC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291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Marcadores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E3010F-14FA-43DC-850E-74894FFF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5302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Colores V/E/D confirmados visualmente por usuario.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B24D36-755C-460F-A435-3BC3F8A8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A1C74-6F15-4FE6-92B9-569B274D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291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Escudos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617491-83BD-42F8-9E66-5F18462F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Correcciones activas y fallback neutral documentados.</a:t>
            </a:r>
          </a:p>
        </p:txBody>
      </p:sp>
    </p:spTree>
    <p:extLst>
      <p:ext uri="{BB962C8B-B14F-4D97-AF65-F5344CB8AC3E}">
        <p14:creationId xmlns:p14="http://schemas.microsoft.com/office/powerpoint/2010/main" val="917715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0CC107-31E3-4717-85F2-4BAEF658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FOOTBALL ANALYTICS PRO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B3813-C88A-4DE4-B46C-74423C9C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CAD94-6271-4982-9923-F3A2C5CF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Riesgos altos abiertos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7D82B-422E-4B9D-A3B0-05D83441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Afectan la confianza, cobertura o distribución del producto.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B4BB3-0B06-4A5F-9A85-089DE10D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962F6-D490-4A63-9DE4-D8EDD348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·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D6791-4DAB-4721-97B0-A653BF3F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288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D8224-2F68-4CD9-ACED-28A96EDE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ACTUALIDAD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39460-2927-46E1-9CFE-B7212C18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335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No hay conciliación actual de todas las competiciones.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089CA-89C2-45E1-9335-6D3B903F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6670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F2A73-B8E6-4DDF-9910-B84C5EDD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ESTADÍSTICAS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6667E-FFD8-4F0B-A74C-2516FB7D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717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Cobertura individual incompleta en la línea base.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D45C7-A688-431A-843C-E16F6EFC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5052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826F1-F221-4CAF-9015-925147DA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IDENTIDAD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7D705-28FE-4A2A-8B1A-36087750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099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Cero duplicados y asociaciones correctas no certificados.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9340F-FF65-4243-BB77-948EE961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434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38FD2-D601-4956-B2DC-967F454D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AUTOMATIZACIÓN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62D3E-C203-467C-917C-8E3F79BB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481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Tarea y último log no se inspeccionaron hoy.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468FF-F94B-488B-8E22-4C018076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1816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4E147-16A0-442D-9EFA-0D356D31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PUBLICACIÓN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474A3F-3585-4655-8A06-656E92A2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863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localhost no es accesible a testers externos.</a:t>
            </a:r>
          </a:p>
        </p:txBody>
      </p:sp>
    </p:spTree>
    <p:extLst>
      <p:ext uri="{BB962C8B-B14F-4D97-AF65-F5344CB8AC3E}">
        <p14:creationId xmlns:p14="http://schemas.microsoft.com/office/powerpoint/2010/main" val="16392693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2761DA-250D-4A8F-A12B-C3829D44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FOOTBALL ANALYTICS PRO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C4925-0FC3-4085-9695-3D4D250C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EB319-943E-47FC-A269-C3B1764F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Automatización: horario y límite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94516-0DA5-4AE7-B98B-CC964E21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La configuración local debe coincidir con Windows Task Scheduler.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7424A-6C7D-438F-8501-4928EBEF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319B6-DB11-45D5-ACF2-4CF7F0F1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·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779DD-DFD6-4939-ADAC-0B760C85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AAE56-905E-44A7-A98B-3E17F27F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CONFIGURACIÓN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6DC62-C1ED-4345-8CB8-FBD79876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25C8DE"/>
                </a:solidFill>
              </a:defRPr>
            </a:pPr>
            <a:r>
              <a:rPr sz="2550" b="1">
                <a:solidFill>
                  <a:srgbClr val="25C8DE"/>
                </a:solidFill>
              </a:rPr>
              <a:t>21:00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45235-BEF4-44C5-8301-20A540A0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A9BFCC"/>
                </a:solidFill>
              </a:defRPr>
            </a:pPr>
            <a:r>
              <a:rPr sz="900" b="0">
                <a:solidFill>
                  <a:srgbClr val="A9BFCC"/>
                </a:solidFill>
              </a:rPr>
              <a:t>script y .env.example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23E65-CF59-4AE6-AC80-071B9BC6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55663-FE7B-4CAE-9D80-554A8DE9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812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GUÍA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80D20-6C71-4174-9838-81B7F204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8602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EC6672"/>
                </a:solidFill>
              </a:defRPr>
            </a:pPr>
            <a:r>
              <a:rPr sz="2550" b="1">
                <a:solidFill>
                  <a:srgbClr val="EC6672"/>
                </a:solidFill>
              </a:rPr>
              <a:t>07:00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C3186-AA88-43A9-86D4-94E3BF81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7185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A9BFCC"/>
                </a:solidFill>
              </a:defRPr>
            </a:pPr>
            <a:r>
              <a:rPr sz="900" b="0">
                <a:solidFill>
                  <a:srgbClr val="A9BFCC"/>
                </a:solidFill>
              </a:rPr>
              <a:t>docs/synchronization.md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01C41-BBDA-4D0A-A796-91358FB9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2762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0F667-51F6-4039-8DBA-C44F1D9B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PC APAGADA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BB370-A6F9-4007-B65C-422FDD6A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86025"/>
            <a:ext cx="241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E9C45B"/>
                </a:solidFill>
              </a:defRPr>
            </a:pPr>
            <a:r>
              <a:rPr sz="2550" b="1">
                <a:solidFill>
                  <a:srgbClr val="E9C45B"/>
                </a:solidFill>
              </a:rPr>
              <a:t>No corre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3456CA-145B-46DA-86CD-1FDDCBCD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A9BFCC"/>
                </a:solidFill>
              </a:defRPr>
            </a:pPr>
            <a:r>
              <a:rPr sz="900" b="0">
                <a:solidFill>
                  <a:srgbClr val="A9BFCC"/>
                </a:solidFill>
              </a:rPr>
              <a:t>recupera al volver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B4C2A-8D30-4806-9A21-905634E8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02870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B42B1E-E1C2-4459-9CA5-AF563C1A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62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25C8DE"/>
                </a:solidFill>
              </a:defRPr>
            </a:pPr>
            <a:r>
              <a:rPr sz="1200" b="1">
                <a:solidFill>
                  <a:srgbClr val="25C8DE"/>
                </a:solidFill>
              </a:rPr>
              <a:t>Control de salida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32E3F-7977-45F4-8CE1-AE8E02BC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815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Confirmar tarea habilitada, último resultado y log. Una PC apagada no sincroniza hasta encenderse; la recuperación depende de la tarea y la sesión disponible.</a:t>
            </a:r>
          </a:p>
        </p:txBody>
      </p:sp>
    </p:spTree>
    <p:extLst>
      <p:ext uri="{BB962C8B-B14F-4D97-AF65-F5344CB8AC3E}">
        <p14:creationId xmlns:p14="http://schemas.microsoft.com/office/powerpoint/2010/main" val="118092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C64FD-A87C-44E7-81A6-D1A842E7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FOOTBALL ANALYTICS PRO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49974-5F37-413E-A638-BD59086F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A9812-F786-4943-A095-D7681117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Compartir para pruebas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6822E-F8A9-4606-8CEA-BA2C5DA1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La vista local y un HTML descargable no sustituyen un servicio multiusuario vivo.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B3746-EBA8-43D7-8BDD-D46032C9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9D2FA-A777-4231-8BC9-1D0D248B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·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C0063-6815-4E4E-A4AA-C67BCF70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AB8AC-9F2F-4B0A-A771-C16849EA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Ahora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1D563-54F6-4228-9608-98BD801E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859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Web local en 127.0.0.1, cliente de solo lectura.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B7871-76A0-4BC2-9012-D76E9101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7C19F-CE32-4FC1-9BA2-0D0A27E7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Para testers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BA47F-4B1F-46F4-B93F-EB391153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8132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Staging con copia controlada y autenticación.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CFA93-02C7-4B81-B35B-23A62FBA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43325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BB5FCE-3D9C-4E87-933A-4CE879CC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Seguridad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60428-A520-40D1-A2C3-CABA8A81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766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HTTPS, usuario DB SELECT; credenciales fuera del cliente.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C2331-F2F9-42B2-A288-037A9FE5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38675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2434D-2616-46B7-9186-CA376609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Móvil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90BA9-4CCB-4607-9E3F-4CFEE7A8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7202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Probar el HTML transferido por WhatsApp en Chrome real.</a:t>
            </a:r>
          </a:p>
        </p:txBody>
      </p:sp>
    </p:spTree>
    <p:extLst>
      <p:ext uri="{BB962C8B-B14F-4D97-AF65-F5344CB8AC3E}">
        <p14:creationId xmlns:p14="http://schemas.microsoft.com/office/powerpoint/2010/main" val="11995497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1F69A-4623-4E4B-8DC4-F557F042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FOOTBALL ANALYTICS PRO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EFC88-FD49-475D-A3EE-3FFAEF00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5AF99-65D8-44B4-A26F-9626A1D7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Ruta de cierre 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32561-3651-40CB-9B88-5415FBCE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Orden recomendado antes de decir datos completos o invitar evaluadores.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6FE12-B226-425F-9F6E-44CDA7E6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AD8BD-1EA3-470B-8D3A-65801695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·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7001D-FD27-4B4D-AC78-DCE8B7C6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1927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8D1C8-2314-426D-977C-7803E92E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4F8FA"/>
                </a:solidFill>
              </a:defRPr>
            </a:pPr>
            <a:r>
              <a:rPr sz="1125" b="1">
                <a:solidFill>
                  <a:srgbClr val="F4F8FA"/>
                </a:solidFill>
              </a:rPr>
              <a:t>1  Medir cobertura por competición, equipo, jugador y campo, con fuente/fecha.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D9840-24FF-4D25-81AC-6DFA8D83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982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768AE-3E2F-4794-84C0-EBAF376B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2  Conciliar fixtures, resultados y estados con organizadores.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F3A4C-ECBC-4FC3-94A7-11E7EF84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7879F-14AC-49AD-8394-98AABD24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3  Revisar duplicados, alias, planteles y entrenadores.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50A40-7825-4C6D-8DD8-8EE2D52D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3E61C-199B-47B2-8550-7909B9B9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4  Verificar tarea 21:00, logs y documentación contradictoria.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A24FF-1EB4-495E-A243-1EC867F3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8147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66E51-85E1-4047-A019-4B791823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5  Comparar app, HTML, Chrome escritorio y móvil.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D837E-AA05-4189-B21B-20248337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7202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3178CB-0EB5-4E01-9CE9-A23DF006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6  Desplegar staging protegido antes de compartir.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66BE4-D146-444C-BCCC-BF4B3EF4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435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E9C45B"/>
                </a:solidFill>
              </a:defRPr>
            </a:pPr>
            <a:r>
              <a:rPr sz="1275" b="1">
                <a:solidFill>
                  <a:srgbClr val="E9C45B"/>
                </a:solidFill>
              </a:rPr>
              <a:t>Dictamen actual: demostración controlada con limitaciones; no certificación de producción.</a:t>
            </a:r>
          </a:p>
        </p:txBody>
      </p:sp>
    </p:spTree>
    <p:extLst>
      <p:ext uri="{BB962C8B-B14F-4D97-AF65-F5344CB8AC3E}">
        <p14:creationId xmlns:p14="http://schemas.microsoft.com/office/powerpoint/2010/main" val="53343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2026-10-13T19:05:16.6510000Z</dcterms:created>
  <dcterms:modified xsi:type="dcterms:W3CDTF">2026-10-13T19:05:16.6510000Z</dcterms:modified>
</coreProperties>
</file>